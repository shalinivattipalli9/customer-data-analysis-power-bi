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5" r:id="rId1"/>
  </p:sldMasterIdLst>
  <p:sldIdLst>
    <p:sldId id="265" r:id="rId2"/>
    <p:sldId id="256" r:id="rId3"/>
    <p:sldId id="257" r:id="rId4"/>
    <p:sldId id="258" r:id="rId5"/>
    <p:sldId id="263" r:id="rId6"/>
    <p:sldId id="259" r:id="rId7"/>
    <p:sldId id="260" r:id="rId8"/>
    <p:sldId id="261" r:id="rId9"/>
    <p:sldId id="262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379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118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149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967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891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564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317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533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032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071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99773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0587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959186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4250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8777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143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475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  <p:sldLayoutId id="2147483767" r:id="rId12"/>
    <p:sldLayoutId id="2147483768" r:id="rId13"/>
    <p:sldLayoutId id="2147483769" r:id="rId14"/>
    <p:sldLayoutId id="2147483770" r:id="rId15"/>
    <p:sldLayoutId id="214748377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C5218-15A1-B8A8-AC10-ED0CE1F2C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50334" y="1769534"/>
            <a:ext cx="9042400" cy="1651000"/>
          </a:xfrm>
        </p:spPr>
        <p:txBody>
          <a:bodyPr>
            <a:noAutofit/>
          </a:bodyPr>
          <a:lstStyle/>
          <a:p>
            <a:pPr algn="ctr"/>
            <a:r>
              <a:rPr lang="en-IN" sz="6000" dirty="0"/>
              <a:t>Customer Purchase </a:t>
            </a:r>
            <a:br>
              <a:rPr lang="en-IN" sz="6000" dirty="0"/>
            </a:br>
            <a:r>
              <a:rPr lang="en-IN" sz="6000" dirty="0"/>
              <a:t>&amp;</a:t>
            </a:r>
            <a:br>
              <a:rPr lang="en-IN" sz="6000" dirty="0"/>
            </a:br>
            <a:r>
              <a:rPr lang="en-IN" sz="6000" dirty="0"/>
              <a:t>Revenue Analysis</a:t>
            </a:r>
          </a:p>
        </p:txBody>
      </p:sp>
    </p:spTree>
    <p:extLst>
      <p:ext uri="{BB962C8B-B14F-4D97-AF65-F5344CB8AC3E}">
        <p14:creationId xmlns:p14="http://schemas.microsoft.com/office/powerpoint/2010/main" val="3024771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Customer Purchase &amp; Revenue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Data Analysis Project (2021–2023)</a:t>
            </a:r>
          </a:p>
          <a:p>
            <a:r>
              <a:t>Internship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Analyze customer purchasing behavior</a:t>
            </a:r>
          </a:p>
          <a:p>
            <a:pPr marL="0" indent="0">
              <a:buNone/>
            </a:pPr>
            <a:r>
              <a:rPr dirty="0"/>
              <a:t>• Identify revenue-generating segments</a:t>
            </a:r>
          </a:p>
          <a:p>
            <a:pPr marL="0" indent="0">
              <a:buNone/>
            </a:pPr>
            <a:r>
              <a:rPr dirty="0"/>
              <a:t>• Understand payment preferences</a:t>
            </a:r>
          </a:p>
          <a:p>
            <a:pPr marL="0" indent="0">
              <a:buNone/>
            </a:pPr>
            <a:r>
              <a:rPr dirty="0"/>
              <a:t>• Provide business insights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10 shopping malls in Istanbul</a:t>
            </a:r>
          </a:p>
          <a:p>
            <a:pPr marL="0" indent="0">
              <a:buNone/>
            </a:pPr>
            <a:r>
              <a:rPr dirty="0"/>
              <a:t>• Period: 2021–2023</a:t>
            </a:r>
          </a:p>
          <a:p>
            <a:pPr marL="0" indent="0">
              <a:buNone/>
            </a:pPr>
            <a:r>
              <a:rPr dirty="0"/>
              <a:t>• Attributes: Gender, Age, Category, Revenue, Payment Method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C0B5CED-BB54-3166-377D-C57316A4C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9211732" cy="693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880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Gender-Based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2160590"/>
            <a:ext cx="6347714" cy="3880773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Female customers generate higher revenue</a:t>
            </a:r>
          </a:p>
          <a:p>
            <a:pPr marL="0" indent="0">
              <a:buNone/>
            </a:pPr>
            <a:r>
              <a:rPr dirty="0"/>
              <a:t>• Higher purchase quantity by females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DEDE9A-7BD4-C2B2-9223-06D2884C4C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75" t="6891" r="10463" b="16186"/>
          <a:stretch>
            <a:fillRect/>
          </a:stretch>
        </p:blipFill>
        <p:spPr>
          <a:xfrm>
            <a:off x="3914046" y="3061252"/>
            <a:ext cx="2894257" cy="26736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FC9135-BF43-22CB-D756-BD7CF715FA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460" t="6868" r="10376" b="16621"/>
          <a:stretch>
            <a:fillRect/>
          </a:stretch>
        </p:blipFill>
        <p:spPr>
          <a:xfrm>
            <a:off x="609598" y="3061252"/>
            <a:ext cx="2715042" cy="27680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Age Group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13752" y="1758056"/>
            <a:ext cx="6347714" cy="3880773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Adult &amp; Middle-Age are core customers</a:t>
            </a:r>
          </a:p>
          <a:p>
            <a:pPr marL="0" indent="0">
              <a:buNone/>
            </a:pPr>
            <a:r>
              <a:rPr dirty="0"/>
              <a:t>• Teen segment contributes minimally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D9BEE4-872E-1E2D-EDBD-5C88DF127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681" y="3970682"/>
            <a:ext cx="4318553" cy="25195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1529998-23B6-24F3-66B3-70640820E7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40" t="3186" r="6593" b="10266"/>
          <a:stretch>
            <a:fillRect/>
          </a:stretch>
        </p:blipFill>
        <p:spPr>
          <a:xfrm>
            <a:off x="64604" y="1396448"/>
            <a:ext cx="3949147" cy="243011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836543"/>
          </a:xfrm>
        </p:spPr>
        <p:txBody>
          <a:bodyPr/>
          <a:lstStyle/>
          <a:p>
            <a:r>
              <a:rPr lang="en-IN" dirty="0"/>
              <a:t>Category &amp; </a:t>
            </a:r>
            <a:r>
              <a:rPr dirty="0"/>
              <a:t>Payment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9370" y="1348742"/>
            <a:ext cx="4220817" cy="3880773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Clothing is top revenue category</a:t>
            </a:r>
          </a:p>
          <a:p>
            <a:pPr marL="0" indent="0">
              <a:buNone/>
            </a:pPr>
            <a:r>
              <a:rPr dirty="0"/>
              <a:t>• Cash is most preferred payment method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3DD870-4869-98D7-B7CB-E43289CAD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1905"/>
            <a:ext cx="4765118" cy="34636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D1C841D-8353-5742-9D4A-A022673B4D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087" t="5405" r="9021" b="20801"/>
          <a:stretch>
            <a:fillRect/>
          </a:stretch>
        </p:blipFill>
        <p:spPr>
          <a:xfrm>
            <a:off x="4904961" y="4048539"/>
            <a:ext cx="3409121" cy="20342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Insights &amp; Suggestions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Focus marketing on Adult &amp; Middle-Age groups</a:t>
            </a:r>
          </a:p>
          <a:p>
            <a:pPr marL="0" indent="0">
              <a:buNone/>
            </a:pPr>
            <a:r>
              <a:rPr dirty="0"/>
              <a:t>• Expand clothing promotions</a:t>
            </a:r>
          </a:p>
          <a:p>
            <a:pPr marL="0" indent="0">
              <a:buNone/>
            </a:pPr>
            <a:r>
              <a:rPr dirty="0"/>
              <a:t>• Encourage digital payments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11E546-C572-D797-5F22-D50582BF0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69013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111</TotalTime>
  <Words>131</Words>
  <Application>Microsoft Office PowerPoint</Application>
  <PresentationFormat>On-screen Show (4:3)</PresentationFormat>
  <Paragraphs>26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</vt:lpstr>
      <vt:lpstr>Customer Purchase  &amp; Revenue Analysis</vt:lpstr>
      <vt:lpstr>Customer Purchase &amp; Revenue Analysis</vt:lpstr>
      <vt:lpstr>Project Objective</vt:lpstr>
      <vt:lpstr>Dataset Overview</vt:lpstr>
      <vt:lpstr>PowerPoint Presentation</vt:lpstr>
      <vt:lpstr>Gender-Based Analysis</vt:lpstr>
      <vt:lpstr>Age Group Analysis</vt:lpstr>
      <vt:lpstr>Category &amp; Payment Analysis</vt:lpstr>
      <vt:lpstr>Final Insights &amp; Suggestions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shalini satyaram</cp:lastModifiedBy>
  <cp:revision>6</cp:revision>
  <dcterms:created xsi:type="dcterms:W3CDTF">2013-01-27T09:14:16Z</dcterms:created>
  <dcterms:modified xsi:type="dcterms:W3CDTF">2025-12-19T07:23:44Z</dcterms:modified>
  <cp:category/>
</cp:coreProperties>
</file>